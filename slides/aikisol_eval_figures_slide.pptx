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020"/>
                </a:solidFill>
              </a:rPr>
              <a:t>Aiki-Sol external check: AUROC 0.858 (0.823–0.891) on 500 test-split proteins; simple baselines 0.608 and 0.506</a:t>
            </a:r>
          </a:p>
        </p:txBody>
      </p:sp>
      <p:pic>
        <p:nvPicPr>
          <p:cNvPr id="3" name="Picture 2" descr="fig1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223760" cy="3584195"/>
          </a:xfrm>
          <a:prstGeom prst="rect">
            <a:avLst/>
          </a:prstGeom>
        </p:spPr>
      </p:pic>
      <p:pic>
        <p:nvPicPr>
          <p:cNvPr id="4" name="Picture 3" descr="fig2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325880"/>
            <a:ext cx="3840480" cy="377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7785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02020"/>
                </a:solidFill>
              </a:rPr>
              <a:t>Left: ROC and precision–recall, shaded bands = 95% bootstrap intervals. Right: reliability of the marginal output (Brier 0.156).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8077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A2B00"/>
                </a:solidFill>
              </a:rPr>
              <a:t>Caveat: 64.8% of the 500 test sequences exactly match Aiki-Sol’s published training list, so 0.858 is an upper bound; AUROC is 0.741 (0.668–0.807) on the 176 sequences that do not match. One benchmark, N = 500.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Aaron Ezekiel · UC Berkeley · independent evaluation,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